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این اسلایدها همان صفحه‌های واقعی برنامه را نشان می‌دهند. اعداد روی هر عکس با توضیح کنارش هماهنگ‌اند.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روزهای گذشته برای اعضا فقط‌خواندنی است. اگر اشتباهی در گذشته هست از ادمین بخواهید اصلاح کند.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گزارشی که Submit نشود برای مدیر «Missing» دیده می‌شود. آخر هفته و تعطیلی و مرخصی «لازم نیست» حساب می‌شود.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فقط روزهای کاری که تعطیل رسمی نیستند حساب می‌شوند.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شروع کار با تقویم کاری و گزارش‌ها</a:t>
            </a:r>
            <a:endParaRPr lang="fa-IR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000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راهنمای ده‌دقیقه‌ای برای هر همکار در پلین</a:t>
            </a:r>
            <a:endParaRPr lang="fa-IR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تقویم کاری · گزارش روزانه و هفتگی · ثبت زمان · مرخصی · داشبورد</a:t>
            </a:r>
            <a:endParaRPr lang="fa-IR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هدف چیست؟</a:t>
            </a:r>
            <a:endParaRPr lang="fa-IR" sz="2800" dirty="0"/>
          </a:p>
        </p:txBody>
      </p:sp>
      <p:sp>
        <p:nvSpPr>
          <p:cNvPr id="3" name="Shape 1"/>
          <p:cNvSpPr/>
          <p:nvPr/>
        </p:nvSpPr>
        <p:spPr>
          <a:xfrm>
            <a:off x="6309360" y="11887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5DD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366760" y="1371600"/>
            <a:ext cx="411480" cy="41148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667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تیم بداند کی کجاست</a:t>
            </a:r>
            <a:endParaRPr lang="fa-IR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251460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هر نفر برنامه‌ی روزش را می‌نویسد: حضوری، دورکاری، روز off یا مرخصی. مدیر در یک نگاه کل تیم را می‌بیند.</a:t>
            </a:r>
            <a:endParaRPr lang="fa-IR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5DD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40680" y="1371600"/>
            <a:ext cx="411480" cy="41148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406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گزارش کوتاه، نه جلسه‌ی طولانی</a:t>
            </a:r>
            <a:endParaRPr lang="fa-IR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51460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هر روز سه جواب کوتاه: چه کردم، چه چیزی مانع است، قدم بعدی چیست.</a:t>
            </a:r>
            <a:endParaRPr lang="fa-IR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1887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5DD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371600"/>
            <a:ext cx="411480" cy="41148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14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زمان و مرخصی شفاف</a:t>
            </a:r>
            <a:endParaRPr lang="fa-IR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51460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زمان کار روی هر کار ثبت می‌شود و مرخصی با درخواست و تأیید مدیر در تقویم می‌نشیند.</a:t>
            </a:r>
            <a:endParaRPr lang="fa-IR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یادتان باشد: حالت کاری یک برنامه است، نه اثبات حضور یا ساعت کار.</a:t>
            </a:r>
            <a:endParaRPr lang="fa-IR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منو را بشناسید</a:t>
            </a:r>
            <a:endParaRPr lang="fa-IR" sz="2800" dirty="0"/>
          </a:p>
        </p:txBody>
      </p:sp>
      <p:pic>
        <p:nvPicPr>
          <p:cNvPr id="3" name="Image 0" descr="نوار کناری برنام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114800" cy="381647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0372" y="2595182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90372" y="25951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503920" y="114300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alt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tracking  </a:t>
            </a:r>
            <a:pPr algn="r" indent="0" marL="0">
              <a:buNone/>
            </a:pPr>
            <a:r>
              <a:rPr lang="fa-IR" altLang="en-US" sz="14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زمان کار را با تایمر یا دستی ثبت کنید</a:t>
            </a:r>
            <a:endParaRPr lang="fa-IR" sz="1400" dirty="0"/>
          </a:p>
        </p:txBody>
      </p:sp>
      <p:sp>
        <p:nvSpPr>
          <p:cNvPr id="9" name="Shape 6"/>
          <p:cNvSpPr/>
          <p:nvPr/>
        </p:nvSpPr>
        <p:spPr>
          <a:xfrm>
            <a:off x="690372" y="2744343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0372" y="27443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503920" y="1709928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0392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1664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alt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calendar  </a:t>
            </a:r>
            <a:pPr algn="r" indent="0" marL="0">
              <a:buNone/>
            </a:pPr>
            <a:r>
              <a:rPr lang="fa-IR" altLang="en-US" sz="14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برنامه‌ی روزها و هفته‌ی شما</a:t>
            </a:r>
            <a:endParaRPr lang="fa-IR" sz="1400" dirty="0"/>
          </a:p>
        </p:txBody>
      </p:sp>
      <p:sp>
        <p:nvSpPr>
          <p:cNvPr id="14" name="Shape 11"/>
          <p:cNvSpPr/>
          <p:nvPr/>
        </p:nvSpPr>
        <p:spPr>
          <a:xfrm>
            <a:off x="690372" y="2898648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0372" y="2898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503920" y="2276856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03920" y="2276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22311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alt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reports  </a:t>
            </a:r>
            <a:pPr algn="r" indent="0" marL="0">
              <a:buNone/>
            </a:pPr>
            <a:r>
              <a:rPr lang="fa-IR" altLang="en-US" sz="14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گزارش روزانه و هفتگی</a:t>
            </a:r>
            <a:endParaRPr lang="fa-IR" sz="1400" dirty="0"/>
          </a:p>
        </p:txBody>
      </p:sp>
      <p:sp>
        <p:nvSpPr>
          <p:cNvPr id="19" name="Shape 16"/>
          <p:cNvSpPr/>
          <p:nvPr/>
        </p:nvSpPr>
        <p:spPr>
          <a:xfrm>
            <a:off x="690372" y="3047810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0372" y="30478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503920" y="2843784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03920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754880" y="27980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alt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 </a:t>
            </a:r>
            <a:pPr algn="r" indent="0" marL="0">
              <a:buNone/>
            </a:pPr>
            <a:r>
              <a:rPr lang="fa-IR" altLang="en-US" sz="14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درخواست مرخصی</a:t>
            </a:r>
            <a:endParaRPr lang="fa-IR" sz="1400" dirty="0"/>
          </a:p>
        </p:txBody>
      </p:sp>
      <p:sp>
        <p:nvSpPr>
          <p:cNvPr id="24" name="Shape 21"/>
          <p:cNvSpPr/>
          <p:nvPr/>
        </p:nvSpPr>
        <p:spPr>
          <a:xfrm>
            <a:off x="690372" y="3202115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0372" y="32021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503920" y="3410712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03920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754880" y="33649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alt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Teamspaces  </a:t>
            </a:r>
            <a:pPr algn="r" indent="0" marL="0">
              <a:buNone/>
            </a:pPr>
            <a:r>
              <a:rPr lang="fa-IR" altLang="en-US" sz="14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تیم‌ها و اعضایشان</a:t>
            </a:r>
            <a:endParaRPr lang="fa-IR" sz="1400" dirty="0"/>
          </a:p>
        </p:txBody>
      </p:sp>
      <p:sp>
        <p:nvSpPr>
          <p:cNvPr id="29" name="Shape 26"/>
          <p:cNvSpPr/>
          <p:nvPr/>
        </p:nvSpPr>
        <p:spPr>
          <a:xfrm>
            <a:off x="690372" y="3351276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90372" y="33512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503920" y="397764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50392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75488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alt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 </a:t>
            </a:r>
            <a:pPr algn="r" indent="0" marL="0">
              <a:buNone/>
            </a:pPr>
            <a:r>
              <a:rPr lang="fa-IR" altLang="en-US" sz="14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مخصوص مدیران: وضعیت کل تیم</a:t>
            </a:r>
            <a:endParaRPr lang="fa-IR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تقویم من: برنامه‌ی هر روز</a:t>
            </a:r>
            <a:endParaRPr lang="fa-IR" sz="2800" dirty="0"/>
          </a:p>
        </p:txBody>
      </p:sp>
      <p:pic>
        <p:nvPicPr>
          <p:cNvPr id="3" name="Image 0" descr="تقویم من: برنامه‌ی هر رو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114800" cy="381647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51560"/>
            <a:ext cx="4114800" cy="3816477"/>
          </a:xfrm>
          <a:prstGeom prst="rect">
            <a:avLst/>
          </a:prstGeom>
          <a:ln w="12700">
            <a:solidFill>
              <a:srgbClr val="C9D2E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90372" y="2744343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0372" y="27443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346579" y="1972818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46579" y="197281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986534" y="2132266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86534" y="213226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00884" y="2955227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00884" y="29552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03920" y="10972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0392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از منوی «Work calendar» وارد شوید.</a:t>
            </a:r>
            <a:endParaRPr lang="fa-IR" sz="1300" dirty="0"/>
          </a:p>
        </p:txBody>
      </p:sp>
      <p:sp>
        <p:nvSpPr>
          <p:cNvPr id="16" name="Shape 13"/>
          <p:cNvSpPr/>
          <p:nvPr/>
        </p:nvSpPr>
        <p:spPr>
          <a:xfrm>
            <a:off x="8503920" y="17830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0392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«Fill days» یک برنامه را روی چند روز می‌گذارد؛ «Weekly plan» برنامه‌ی ثابت هفتگی شماست.</a:t>
            </a:r>
            <a:endParaRPr lang="fa-IR" sz="1300" dirty="0"/>
          </a:p>
        </p:txBody>
      </p:sp>
      <p:sp>
        <p:nvSpPr>
          <p:cNvPr id="19" name="Shape 16"/>
          <p:cNvSpPr/>
          <p:nvPr/>
        </p:nvSpPr>
        <p:spPr>
          <a:xfrm>
            <a:off x="8503920" y="24688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0392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شمارش ماه: چند روز Onsite، Remote، مرخصی و «Not planned».</a:t>
            </a:r>
            <a:endParaRPr lang="fa-IR" sz="1300" dirty="0"/>
          </a:p>
        </p:txBody>
      </p:sp>
      <p:sp>
        <p:nvSpPr>
          <p:cNvPr id="22" name="Shape 19"/>
          <p:cNvSpPr/>
          <p:nvPr/>
        </p:nvSpPr>
        <p:spPr>
          <a:xfrm>
            <a:off x="8503920" y="31546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039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75488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روی یک روز بزنید، حالت و ساعت را انتخاب کنید و «Save day» را بزنید.</a:t>
            </a:r>
            <a:endParaRPr lang="fa-IR" sz="1300" dirty="0"/>
          </a:p>
        </p:txBody>
      </p:sp>
      <p:sp>
        <p:nvSpPr>
          <p:cNvPr id="25" name="Shape 22"/>
          <p:cNvSpPr/>
          <p:nvPr/>
        </p:nvSpPr>
        <p:spPr>
          <a:xfrm>
            <a:off x="4754880" y="393192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92040" y="3931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a-IR" altLang="en-US" sz="13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کار شما: </a:t>
            </a:r>
            <a:pPr algn="r" indent="0" marL="0">
              <a:buNone/>
            </a:pPr>
            <a:r>
              <a:rPr lang="fa-IR" alt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هر هفته برنامه‌ی هفته‌ی بعد را ببینید و روزهای «Not planned» را پر کنید.</a:t>
            </a:r>
            <a:endParaRPr lang="fa-IR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برنامه‌ی هفتگی: یک بار بنویسید</a:t>
            </a:r>
            <a:endParaRPr lang="fa-IR" sz="2800" dirty="0"/>
          </a:p>
        </p:txBody>
      </p:sp>
      <p:pic>
        <p:nvPicPr>
          <p:cNvPr id="3" name="Image 0" descr="برنامه‌ی هفتگی: یک بار بنویسی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114800" cy="381647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51560"/>
            <a:ext cx="4114800" cy="3816477"/>
          </a:xfrm>
          <a:prstGeom prst="rect">
            <a:avLst/>
          </a:prstGeom>
          <a:ln w="12700">
            <a:solidFill>
              <a:srgbClr val="C9D2E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729359" y="2302002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729359" y="230200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459736" y="2302002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459736" y="230200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935099" y="2497455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35099" y="24974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935099" y="4668012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935099" y="46680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03920" y="10972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0392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روزهایی را که معمولاً کار می‌کنید تیک بزنید.</a:t>
            </a:r>
            <a:endParaRPr lang="fa-IR" sz="1300" dirty="0"/>
          </a:p>
        </p:txBody>
      </p:sp>
      <p:sp>
        <p:nvSpPr>
          <p:cNvPr id="16" name="Shape 13"/>
          <p:cNvSpPr/>
          <p:nvPr/>
        </p:nvSpPr>
        <p:spPr>
          <a:xfrm>
            <a:off x="8503920" y="17830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0392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برای هر روز حالت را انتخاب کنید: Onsite، Remote یا Day off.</a:t>
            </a:r>
            <a:endParaRPr lang="fa-IR" sz="1300" dirty="0"/>
          </a:p>
        </p:txBody>
      </p:sp>
      <p:sp>
        <p:nvSpPr>
          <p:cNvPr id="19" name="Shape 16"/>
          <p:cNvSpPr/>
          <p:nvPr/>
        </p:nvSpPr>
        <p:spPr>
          <a:xfrm>
            <a:off x="8503920" y="24688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0392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ساعت شروع و پایان را بگذارید (اختیاری).</a:t>
            </a:r>
            <a:endParaRPr lang="fa-IR" sz="1300" dirty="0"/>
          </a:p>
        </p:txBody>
      </p:sp>
      <p:sp>
        <p:nvSpPr>
          <p:cNvPr id="22" name="Shape 19"/>
          <p:cNvSpPr/>
          <p:nvPr/>
        </p:nvSpPr>
        <p:spPr>
          <a:xfrm>
            <a:off x="8503920" y="31546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039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75488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«Save weekly plan» را بزنید؛ برنامه برای ۸ هفته‌ی آینده نوشته می‌شود.</a:t>
            </a:r>
            <a:endParaRPr lang="fa-IR" sz="1300" dirty="0"/>
          </a:p>
        </p:txBody>
      </p:sp>
      <p:sp>
        <p:nvSpPr>
          <p:cNvPr id="25" name="Shape 22"/>
          <p:cNvSpPr/>
          <p:nvPr/>
        </p:nvSpPr>
        <p:spPr>
          <a:xfrm>
            <a:off x="4754880" y="393192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92040" y="3931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a-IR" altLang="en-US" sz="13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کار شما: </a:t>
            </a:r>
            <a:pPr algn="r" indent="0" marL="0">
              <a:buNone/>
            </a:pPr>
            <a:r>
              <a:rPr lang="fa-IR" alt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اگر برنامه‌تان عوض شد همین‌جا ویرایش کنید. روزهایی که دستی تغییر داده‌اید دست نمی‌خورند.</a:t>
            </a:r>
            <a:endParaRPr lang="fa-IR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گزارش روزانه و هفتگی</a:t>
            </a:r>
            <a:endParaRPr lang="fa-IR" sz="2800" dirty="0"/>
          </a:p>
        </p:txBody>
      </p:sp>
      <p:pic>
        <p:nvPicPr>
          <p:cNvPr id="3" name="Image 0" descr="گزارش روزانه و هفتگ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114800" cy="381647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51560"/>
            <a:ext cx="4114800" cy="3816477"/>
          </a:xfrm>
          <a:prstGeom prst="rect">
            <a:avLst/>
          </a:prstGeom>
          <a:ln w="12700">
            <a:solidFill>
              <a:srgbClr val="C9D2E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766185" y="1818513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766185" y="18185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86647" y="2245424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86647" y="2245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86647" y="2806065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86647" y="280606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713928" y="3680460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713928" y="36804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03920" y="10972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0392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بین «Daily» و «Weekly» جابه‌جا شوید؛ با فلش‌ها روزها را عوض کنید.</a:t>
            </a:r>
            <a:endParaRPr lang="fa-IR" sz="1300" dirty="0"/>
          </a:p>
        </p:txBody>
      </p:sp>
      <p:sp>
        <p:nvSpPr>
          <p:cNvPr id="16" name="Shape 13"/>
          <p:cNvSpPr/>
          <p:nvPr/>
        </p:nvSpPr>
        <p:spPr>
          <a:xfrm>
            <a:off x="8503920" y="17830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0392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چه کردید؟ چند خط کوتاه. اگر زمان ثبت کرده باشید، کارهایتان بالای فرم پیشنهاد می‌شود.</a:t>
            </a:r>
            <a:endParaRPr lang="fa-IR" sz="1300" dirty="0"/>
          </a:p>
        </p:txBody>
      </p:sp>
      <p:sp>
        <p:nvSpPr>
          <p:cNvPr id="19" name="Shape 16"/>
          <p:cNvSpPr/>
          <p:nvPr/>
        </p:nvSpPr>
        <p:spPr>
          <a:xfrm>
            <a:off x="8503920" y="24688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0392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چه چیزی جلوی کارتان را گرفته؟ اگر چیزی نیست خالی بگذارید.</a:t>
            </a:r>
            <a:endParaRPr lang="fa-IR" sz="1300" dirty="0"/>
          </a:p>
        </p:txBody>
      </p:sp>
      <p:sp>
        <p:nvSpPr>
          <p:cNvPr id="22" name="Shape 19"/>
          <p:cNvSpPr/>
          <p:nvPr/>
        </p:nvSpPr>
        <p:spPr>
          <a:xfrm>
            <a:off x="8503920" y="31546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039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75488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«Submit» گزارش را ثبت می‌کند؛ «Save draft» فقط پیش‌نویس است.</a:t>
            </a:r>
            <a:endParaRPr lang="fa-IR" sz="1300" dirty="0"/>
          </a:p>
        </p:txBody>
      </p:sp>
      <p:sp>
        <p:nvSpPr>
          <p:cNvPr id="25" name="Shape 22"/>
          <p:cNvSpPr/>
          <p:nvPr/>
        </p:nvSpPr>
        <p:spPr>
          <a:xfrm>
            <a:off x="4754880" y="393192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92040" y="3931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a-IR" altLang="en-US" sz="13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کار شما: </a:t>
            </a:r>
            <a:pPr algn="r" indent="0" marL="0">
              <a:buNone/>
            </a:pPr>
            <a:r>
              <a:rPr lang="fa-IR" alt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هر روز قبل از پایان کار گزارش روز و آخر هفته گزارش هفتگی را Submit کنید.</a:t>
            </a:r>
            <a:endParaRPr lang="fa-IR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ثبت زمان کار</a:t>
            </a:r>
            <a:endParaRPr lang="fa-IR" sz="2800" dirty="0"/>
          </a:p>
        </p:txBody>
      </p:sp>
      <p:pic>
        <p:nvPicPr>
          <p:cNvPr id="3" name="Image 0" descr="ثبت زمان کا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114800" cy="381647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51560"/>
            <a:ext cx="4114800" cy="3816477"/>
          </a:xfrm>
          <a:prstGeom prst="rect">
            <a:avLst/>
          </a:prstGeom>
          <a:ln w="12700">
            <a:solidFill>
              <a:srgbClr val="C9D2E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886647" y="1911096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886647" y="1911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909381" y="2317433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909381" y="23174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82212" y="2631186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982212" y="26311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86647" y="3340989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86647" y="33409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03920" y="10972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0392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کاری را که رویش کار می‌کنید انتخاب کنید (اختیاری).</a:t>
            </a:r>
            <a:endParaRPr lang="fa-IR" sz="1300" dirty="0"/>
          </a:p>
        </p:txBody>
      </p:sp>
      <p:sp>
        <p:nvSpPr>
          <p:cNvPr id="16" name="Shape 13"/>
          <p:cNvSpPr/>
          <p:nvPr/>
        </p:nvSpPr>
        <p:spPr>
          <a:xfrm>
            <a:off x="8503920" y="17830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0392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«Start timer» را موقع شروع بزنید و موقع تمام شدن متوقفش کنید.</a:t>
            </a:r>
            <a:endParaRPr lang="fa-IR" sz="1300" dirty="0"/>
          </a:p>
        </p:txBody>
      </p:sp>
      <p:sp>
        <p:nvSpPr>
          <p:cNvPr id="19" name="Shape 16"/>
          <p:cNvSpPr/>
          <p:nvPr/>
        </p:nvSpPr>
        <p:spPr>
          <a:xfrm>
            <a:off x="8503920" y="24688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0392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تایمر را فراموش کردید؟ «Add time» برای ثبت دستی.</a:t>
            </a:r>
            <a:endParaRPr lang="fa-IR" sz="1300" dirty="0"/>
          </a:p>
        </p:txBody>
      </p:sp>
      <p:sp>
        <p:nvSpPr>
          <p:cNvPr id="22" name="Shape 19"/>
          <p:cNvSpPr/>
          <p:nvPr/>
        </p:nvSpPr>
        <p:spPr>
          <a:xfrm>
            <a:off x="8503920" y="31546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039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75488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نمودار هفته مجموع ساعت هر روز را نشان می‌دهد.</a:t>
            </a:r>
            <a:endParaRPr lang="fa-IR" sz="1300" dirty="0"/>
          </a:p>
        </p:txBody>
      </p:sp>
      <p:sp>
        <p:nvSpPr>
          <p:cNvPr id="25" name="Shape 22"/>
          <p:cNvSpPr/>
          <p:nvPr/>
        </p:nvSpPr>
        <p:spPr>
          <a:xfrm>
            <a:off x="4754880" y="393192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92040" y="3931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a-IR" altLang="en-US" sz="13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کار شما: </a:t>
            </a:r>
            <a:pPr algn="r" indent="0" marL="0">
              <a:buNone/>
            </a:pPr>
            <a:r>
              <a:rPr lang="fa-IR" alt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تایمر را موقع شروع هر کار روشن کنید. تایمری که فراموش شود حداکثر ۲۴ ساعت ثبت می‌شود.</a:t>
            </a:r>
            <a:endParaRPr lang="fa-IR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درخواست مرخصی</a:t>
            </a:r>
            <a:endParaRPr lang="fa-IR" sz="2800" dirty="0"/>
          </a:p>
        </p:txBody>
      </p:sp>
      <p:pic>
        <p:nvPicPr>
          <p:cNvPr id="3" name="Image 0" descr="درخواست مرخص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114800" cy="381647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51560"/>
            <a:ext cx="4114800" cy="3816477"/>
          </a:xfrm>
          <a:prstGeom prst="rect">
            <a:avLst/>
          </a:prstGeom>
          <a:ln w="12700">
            <a:solidFill>
              <a:srgbClr val="C9D2E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253996" y="1869948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253996" y="18699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86647" y="2204276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86647" y="22042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88807" y="3001518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888807" y="300151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791081" y="3304985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791081" y="33049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03920" y="10972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0392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تاریخ شروع و (اختیاری) پایان را انتخاب کنید.</a:t>
            </a:r>
            <a:endParaRPr lang="fa-IR" sz="1300" dirty="0"/>
          </a:p>
        </p:txBody>
      </p:sp>
      <p:sp>
        <p:nvSpPr>
          <p:cNvPr id="16" name="Shape 13"/>
          <p:cNvSpPr/>
          <p:nvPr/>
        </p:nvSpPr>
        <p:spPr>
          <a:xfrm>
            <a:off x="8503920" y="17830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0392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 مرخصی: سالانه، استعلاجی، بدون حقوق یا سایر.</a:t>
            </a:r>
            <a:endParaRPr lang="fa-IR" sz="1300" dirty="0"/>
          </a:p>
        </p:txBody>
      </p:sp>
      <p:sp>
        <p:nvSpPr>
          <p:cNvPr id="19" name="Shape 16"/>
          <p:cNvSpPr/>
          <p:nvPr/>
        </p:nvSpPr>
        <p:spPr>
          <a:xfrm>
            <a:off x="8503920" y="24688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0392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«Send request» درخواست را برای مدیرتان می‌فرستد.</a:t>
            </a:r>
            <a:endParaRPr lang="fa-IR" sz="1300" dirty="0"/>
          </a:p>
        </p:txBody>
      </p:sp>
      <p:sp>
        <p:nvSpPr>
          <p:cNvPr id="22" name="Shape 19"/>
          <p:cNvSpPr/>
          <p:nvPr/>
        </p:nvSpPr>
        <p:spPr>
          <a:xfrm>
            <a:off x="8503920" y="31546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039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75488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وضعیت درخواست‌ها زیر «My requests» است؛ تا وقتی Pending است می‌توانید لغوش کنید.</a:t>
            </a:r>
            <a:endParaRPr lang="fa-IR" sz="1300" dirty="0"/>
          </a:p>
        </p:txBody>
      </p:sp>
      <p:sp>
        <p:nvSpPr>
          <p:cNvPr id="25" name="Shape 22"/>
          <p:cNvSpPr/>
          <p:nvPr/>
        </p:nvSpPr>
        <p:spPr>
          <a:xfrm>
            <a:off x="4754880" y="393192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92040" y="3931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a-IR" altLang="en-US" sz="13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کار شما: </a:t>
            </a:r>
            <a:pPr algn="r" indent="0" marL="0">
              <a:buNone/>
            </a:pPr>
            <a:r>
              <a:rPr lang="fa-IR" alt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مرخصی را قبل از رفتن درخواست کنید. بعد از تأیید، روزها خودکار در تقویم می‌نشینند.</a:t>
            </a:r>
            <a:endParaRPr lang="fa-IR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برای مدیران: تقویم تیم</a:t>
            </a:r>
            <a:endParaRPr lang="fa-IR" sz="2800" dirty="0"/>
          </a:p>
        </p:txBody>
      </p:sp>
      <p:pic>
        <p:nvPicPr>
          <p:cNvPr id="3" name="Image 0" descr="برای مدیران: تقویم تی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114800" cy="381647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51560"/>
            <a:ext cx="4114800" cy="3816477"/>
          </a:xfrm>
          <a:prstGeom prst="rect">
            <a:avLst/>
          </a:prstGeom>
          <a:ln w="12700">
            <a:solidFill>
              <a:srgbClr val="C9D2E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439162" y="1417320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439162" y="1417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449449" y="2132266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449449" y="213226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652206" y="3397567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652206" y="33975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12252" y="3778187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12252" y="37781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03920" y="10972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0392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 «Team calendar» فقط برای کسانی دیده می‌شود که اجازه دارند.</a:t>
            </a:r>
            <a:endParaRPr lang="fa-IR" sz="1300" dirty="0"/>
          </a:p>
        </p:txBody>
      </p:sp>
      <p:sp>
        <p:nvSpPr>
          <p:cNvPr id="16" name="Shape 13"/>
          <p:cNvSpPr/>
          <p:nvPr/>
        </p:nvSpPr>
        <p:spPr>
          <a:xfrm>
            <a:off x="8503920" y="17830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0392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فیلتر تیم، پروژه و نوع برنامه؛ هر خانه تعداد نفرات هر حالت را نشان می‌دهد.</a:t>
            </a:r>
            <a:endParaRPr lang="fa-IR" sz="1300" dirty="0"/>
          </a:p>
        </p:txBody>
      </p:sp>
      <p:sp>
        <p:nvSpPr>
          <p:cNvPr id="19" name="Shape 16"/>
          <p:cNvSpPr/>
          <p:nvPr/>
        </p:nvSpPr>
        <p:spPr>
          <a:xfrm>
            <a:off x="8503920" y="24688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0392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آواتارها نشان می‌دهند چه کسانی آن روز برنامه دارند.</a:t>
            </a:r>
            <a:endParaRPr lang="fa-IR" sz="1300" dirty="0"/>
          </a:p>
        </p:txBody>
      </p:sp>
      <p:sp>
        <p:nvSpPr>
          <p:cNvPr id="22" name="Shape 19"/>
          <p:cNvSpPr/>
          <p:nvPr/>
        </p:nvSpPr>
        <p:spPr>
          <a:xfrm>
            <a:off x="8503920" y="31546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039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75488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روی یک روز بزنید: جدول برنامه، ساعت ثبت‌شده و پروژه‌ی اصلی هر نفر باز می‌شود.</a:t>
            </a:r>
            <a:endParaRPr lang="fa-IR" sz="1300" dirty="0"/>
          </a:p>
        </p:txBody>
      </p:sp>
      <p:sp>
        <p:nvSpPr>
          <p:cNvPr id="25" name="Shape 22"/>
          <p:cNvSpPr/>
          <p:nvPr/>
        </p:nvSpPr>
        <p:spPr>
          <a:xfrm>
            <a:off x="4754880" y="393192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92040" y="3931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a-IR" altLang="en-US" sz="13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کار شما: </a:t>
            </a:r>
            <a:pPr algn="r" indent="0" marL="0">
              <a:buNone/>
            </a:pPr>
            <a:r>
              <a:rPr lang="fa-IR" alt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اگر اجازه‌ی ویرایش دارید، با «Edit» برنامه‌ی یک نفر را اصلاح کنید؛ تغییر با نام شما ثبت می‌شود.</a:t>
            </a:r>
            <a:endParaRPr lang="fa-IR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برای مدیران: داشبورد</a:t>
            </a:r>
            <a:endParaRPr lang="fa-IR" sz="2800" dirty="0"/>
          </a:p>
        </p:txBody>
      </p:sp>
      <p:pic>
        <p:nvPicPr>
          <p:cNvPr id="3" name="Image 0" descr="برای مدیران: داشبور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114800" cy="381647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51560"/>
            <a:ext cx="4114800" cy="3816477"/>
          </a:xfrm>
          <a:prstGeom prst="rect">
            <a:avLst/>
          </a:prstGeom>
          <a:ln w="12700">
            <a:solidFill>
              <a:srgbClr val="C9D2E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986534" y="1633347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986534" y="16333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86647" y="2183702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86647" y="218370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95144" y="2636330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95144" y="26363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86647" y="4349115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86647" y="43491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03920" y="10972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0392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بازه (این هفته، ماه گذشته…) و تیم را انتخاب کنید.</a:t>
            </a:r>
            <a:endParaRPr lang="fa-IR" sz="1300" dirty="0"/>
          </a:p>
        </p:txBody>
      </p:sp>
      <p:sp>
        <p:nvSpPr>
          <p:cNvPr id="16" name="Shape 13"/>
          <p:cNvSpPr/>
          <p:nvPr/>
        </p:nvSpPr>
        <p:spPr>
          <a:xfrm>
            <a:off x="8503920" y="17830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0392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کارت‌ها: تعداد افراد، ساعت برنامه‌ریزی‌شده و ثبت‌شده، گزارش‌های ثبت‌شده و جاافتاده.</a:t>
            </a:r>
            <a:endParaRPr lang="fa-IR" sz="1300" dirty="0"/>
          </a:p>
        </p:txBody>
      </p:sp>
      <p:sp>
        <p:nvSpPr>
          <p:cNvPr id="19" name="Shape 16"/>
          <p:cNvSpPr/>
          <p:nvPr/>
        </p:nvSpPr>
        <p:spPr>
          <a:xfrm>
            <a:off x="8503920" y="24688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0392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«Today»: هم‌اکنون چه کسی کجاست.</a:t>
            </a:r>
            <a:endParaRPr lang="fa-IR" sz="1300" dirty="0"/>
          </a:p>
        </p:txBody>
      </p:sp>
      <p:sp>
        <p:nvSpPr>
          <p:cNvPr id="22" name="Shape 19"/>
          <p:cNvSpPr/>
          <p:nvPr/>
        </p:nvSpPr>
        <p:spPr>
          <a:xfrm>
            <a:off x="8503920" y="31546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039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75488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هر نفر: برنامه، زمان ثبت‌شده و گزارش‌های جاافتاده.</a:t>
            </a:r>
            <a:endParaRPr lang="fa-IR" sz="1300" dirty="0"/>
          </a:p>
        </p:txBody>
      </p:sp>
      <p:sp>
        <p:nvSpPr>
          <p:cNvPr id="25" name="Shape 22"/>
          <p:cNvSpPr/>
          <p:nvPr/>
        </p:nvSpPr>
        <p:spPr>
          <a:xfrm>
            <a:off x="4754880" y="393192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92040" y="3931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a-IR" altLang="en-US" sz="13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کار شما: </a:t>
            </a:r>
            <a:pPr algn="r" indent="0" marL="0">
              <a:buNone/>
            </a:pPr>
            <a:r>
              <a:rPr lang="fa-IR" alt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هفته‌ای یک بار داشبورد را مرور کنید و با افرادی که چیزی جا انداخته‌اند صحبت کنید.</a:t>
            </a:r>
            <a:endParaRPr lang="fa-IR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برای مدیران: تابلوی گزارش‌ها</a:t>
            </a:r>
            <a:endParaRPr lang="fa-IR" sz="2800" dirty="0"/>
          </a:p>
        </p:txBody>
      </p:sp>
      <p:pic>
        <p:nvPicPr>
          <p:cNvPr id="3" name="Image 0" descr="برای مدیران: تابلوی گزارش‌ها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114800" cy="381647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51560"/>
            <a:ext cx="4114800" cy="3816477"/>
          </a:xfrm>
          <a:prstGeom prst="rect">
            <a:avLst/>
          </a:prstGeom>
          <a:ln w="12700">
            <a:solidFill>
              <a:srgbClr val="C9D2E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295144" y="1417320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295144" y="1417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766185" y="1679639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766185" y="16796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079117" y="2101406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079117" y="21014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95144" y="3207258"/>
            <a:ext cx="256032" cy="256032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295144" y="32072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03920" y="10972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0392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 «Team board» در بخش «Work reports».</a:t>
            </a:r>
            <a:endParaRPr lang="fa-IR" sz="1300" dirty="0"/>
          </a:p>
        </p:txBody>
      </p:sp>
      <p:sp>
        <p:nvSpPr>
          <p:cNvPr id="16" name="Shape 13"/>
          <p:cNvSpPr/>
          <p:nvPr/>
        </p:nvSpPr>
        <p:spPr>
          <a:xfrm>
            <a:off x="8503920" y="17830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0392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نمای روزانه یا هفتگی را انتخاب کنید.</a:t>
            </a:r>
            <a:endParaRPr lang="fa-IR" sz="1300" dirty="0"/>
          </a:p>
        </p:txBody>
      </p:sp>
      <p:sp>
        <p:nvSpPr>
          <p:cNvPr id="19" name="Shape 16"/>
          <p:cNvSpPr/>
          <p:nvPr/>
        </p:nvSpPr>
        <p:spPr>
          <a:xfrm>
            <a:off x="8503920" y="24688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0392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علامت ! یعنی گزارش لازم بود و ثبت نشده؛ ✓ ثبت‌شده؛ – یعنی لازم نبود.</a:t>
            </a:r>
            <a:endParaRPr lang="fa-IR" sz="1300" dirty="0"/>
          </a:p>
        </p:txBody>
      </p:sp>
      <p:sp>
        <p:nvSpPr>
          <p:cNvPr id="22" name="Shape 19"/>
          <p:cNvSpPr/>
          <p:nvPr/>
        </p:nvSpPr>
        <p:spPr>
          <a:xfrm>
            <a:off x="8503920" y="315468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039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75488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راهنمای علامت‌ها زیر جدول است؛ روی یک خانه بزنید تا متن گزارش باز شود.</a:t>
            </a:r>
            <a:endParaRPr lang="fa-IR" sz="1300" dirty="0"/>
          </a:p>
        </p:txBody>
      </p:sp>
      <p:sp>
        <p:nvSpPr>
          <p:cNvPr id="25" name="Shape 22"/>
          <p:cNvSpPr/>
          <p:nvPr/>
        </p:nvSpPr>
        <p:spPr>
          <a:xfrm>
            <a:off x="4754880" y="393192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92040" y="3931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a-IR" altLang="en-US" sz="13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کار شما: </a:t>
            </a:r>
            <a:pPr algn="r" indent="0" marL="0">
              <a:buNone/>
            </a:pPr>
            <a:r>
              <a:rPr lang="fa-IR" alt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جاافتاده‌ها را یادآوری کنید. آخر هفته، تعطیلی، روز off و مرخصی «لازم نیست» حساب می‌شود.</a:t>
            </a:r>
            <a:endParaRPr lang="fa-IR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هر نقش چه کار می‌کند؟</a:t>
            </a:r>
            <a:endParaRPr lang="fa-IR" sz="2800" dirty="0"/>
          </a:p>
        </p:txBody>
      </p:sp>
      <p:sp>
        <p:nvSpPr>
          <p:cNvPr id="3" name="Shape 1"/>
          <p:cNvSpPr/>
          <p:nvPr/>
        </p:nvSpPr>
        <p:spPr>
          <a:xfrm>
            <a:off x="6309360" y="109728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5DD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46520" y="123444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46520" y="1234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همکار</a:t>
            </a:r>
            <a:endParaRPr lang="fa-IR" sz="1600" dirty="0"/>
          </a:p>
        </p:txBody>
      </p:sp>
      <p:sp>
        <p:nvSpPr>
          <p:cNvPr id="6" name="Shape 4"/>
          <p:cNvSpPr/>
          <p:nvPr/>
        </p:nvSpPr>
        <p:spPr>
          <a:xfrm>
            <a:off x="8595360" y="1938528"/>
            <a:ext cx="128016" cy="128016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برنامه‌ی هفتگی را یک بار بنویسد</a:t>
            </a:r>
            <a:endParaRPr lang="fa-IR" sz="1200" dirty="0"/>
          </a:p>
        </p:txBody>
      </p:sp>
      <p:sp>
        <p:nvSpPr>
          <p:cNvPr id="8" name="Shape 6"/>
          <p:cNvSpPr/>
          <p:nvPr/>
        </p:nvSpPr>
        <p:spPr>
          <a:xfrm>
            <a:off x="8595360" y="2487168"/>
            <a:ext cx="128016" cy="128016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377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روزهای «Not planned» را پر کند</a:t>
            </a:r>
            <a:endParaRPr lang="fa-IR" sz="1200" dirty="0"/>
          </a:p>
        </p:txBody>
      </p:sp>
      <p:sp>
        <p:nvSpPr>
          <p:cNvPr id="10" name="Shape 8"/>
          <p:cNvSpPr/>
          <p:nvPr/>
        </p:nvSpPr>
        <p:spPr>
          <a:xfrm>
            <a:off x="8595360" y="3035808"/>
            <a:ext cx="128016" cy="128016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هر روز گزارش را Submit کند</a:t>
            </a:r>
            <a:endParaRPr lang="fa-IR" sz="1200" dirty="0"/>
          </a:p>
        </p:txBody>
      </p:sp>
      <p:sp>
        <p:nvSpPr>
          <p:cNvPr id="12" name="Shape 10"/>
          <p:cNvSpPr/>
          <p:nvPr/>
        </p:nvSpPr>
        <p:spPr>
          <a:xfrm>
            <a:off x="8595360" y="3584448"/>
            <a:ext cx="128016" cy="128016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474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تایمر را روشن کند</a:t>
            </a:r>
            <a:endParaRPr lang="fa-IR" sz="1200" dirty="0"/>
          </a:p>
        </p:txBody>
      </p:sp>
      <p:sp>
        <p:nvSpPr>
          <p:cNvPr id="14" name="Shape 12"/>
          <p:cNvSpPr/>
          <p:nvPr/>
        </p:nvSpPr>
        <p:spPr>
          <a:xfrm>
            <a:off x="8595360" y="4133088"/>
            <a:ext cx="128016" cy="128016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مرخصی را درخواست کند</a:t>
            </a:r>
            <a:endParaRPr lang="fa-IR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109728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5DD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123444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20440" y="1234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سرپرست تیم</a:t>
            </a:r>
            <a:endParaRPr lang="fa-IR" sz="1600" dirty="0"/>
          </a:p>
        </p:txBody>
      </p:sp>
      <p:sp>
        <p:nvSpPr>
          <p:cNvPr id="19" name="Shape 17"/>
          <p:cNvSpPr/>
          <p:nvPr/>
        </p:nvSpPr>
        <p:spPr>
          <a:xfrm>
            <a:off x="5669280" y="1938528"/>
            <a:ext cx="128016" cy="128016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6616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تقویم و تابلوی تیم خودش را ببیند</a:t>
            </a:r>
            <a:endParaRPr lang="fa-IR" sz="1200" dirty="0"/>
          </a:p>
        </p:txBody>
      </p:sp>
      <p:sp>
        <p:nvSpPr>
          <p:cNvPr id="21" name="Shape 19"/>
          <p:cNvSpPr/>
          <p:nvPr/>
        </p:nvSpPr>
        <p:spPr>
          <a:xfrm>
            <a:off x="5669280" y="2487168"/>
            <a:ext cx="128016" cy="128016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66160" y="2377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درخواست‌های مرخصی تیم را تأیید یا رد کند</a:t>
            </a:r>
            <a:endParaRPr lang="fa-IR" sz="1200" dirty="0"/>
          </a:p>
        </p:txBody>
      </p:sp>
      <p:sp>
        <p:nvSpPr>
          <p:cNvPr id="23" name="Shape 21"/>
          <p:cNvSpPr/>
          <p:nvPr/>
        </p:nvSpPr>
        <p:spPr>
          <a:xfrm>
            <a:off x="5669280" y="3035808"/>
            <a:ext cx="128016" cy="128016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6616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جاافتاده‌ها را پیگیری کند</a:t>
            </a:r>
            <a:endParaRPr lang="fa-IR" sz="1200" dirty="0"/>
          </a:p>
        </p:txBody>
      </p:sp>
      <p:sp>
        <p:nvSpPr>
          <p:cNvPr id="25" name="Shape 23"/>
          <p:cNvSpPr/>
          <p:nvPr/>
        </p:nvSpPr>
        <p:spPr>
          <a:xfrm>
            <a:off x="5669280" y="3584448"/>
            <a:ext cx="128016" cy="128016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66160" y="3474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اگر اجازه دارد برنامه‌ی تیم را اصلاح کند</a:t>
            </a:r>
            <a:endParaRPr lang="fa-IR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109728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5DD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123444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1234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ادمین</a:t>
            </a:r>
            <a:endParaRPr lang="fa-IR" sz="1600" dirty="0"/>
          </a:p>
        </p:txBody>
      </p:sp>
      <p:sp>
        <p:nvSpPr>
          <p:cNvPr id="30" name="Shape 28"/>
          <p:cNvSpPr/>
          <p:nvPr/>
        </p:nvSpPr>
        <p:spPr>
          <a:xfrm>
            <a:off x="2743200" y="1938528"/>
            <a:ext cx="128016" cy="128016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همه‌ی تیم‌ها را ببیند</a:t>
            </a:r>
            <a:endParaRPr lang="fa-IR" sz="1200" dirty="0"/>
          </a:p>
        </p:txBody>
      </p:sp>
      <p:sp>
        <p:nvSpPr>
          <p:cNvPr id="32" name="Shape 30"/>
          <p:cNvSpPr/>
          <p:nvPr/>
        </p:nvSpPr>
        <p:spPr>
          <a:xfrm>
            <a:off x="2743200" y="2487168"/>
            <a:ext cx="128016" cy="128016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2377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تیم‌ها، تعطیلات و سیاست دسترسی را تنظیم کند</a:t>
            </a:r>
            <a:endParaRPr lang="fa-IR" sz="1200" dirty="0"/>
          </a:p>
        </p:txBody>
      </p:sp>
      <p:sp>
        <p:nvSpPr>
          <p:cNvPr id="34" name="Shape 32"/>
          <p:cNvSpPr/>
          <p:nvPr/>
        </p:nvSpPr>
        <p:spPr>
          <a:xfrm>
            <a:off x="2743200" y="3035808"/>
            <a:ext cx="128016" cy="128016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روزهای گذشته را اصلاح کند</a:t>
            </a:r>
            <a:endParaRPr lang="fa-IR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3584448"/>
            <a:ext cx="128016" cy="128016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3474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هر درخواست مرخصی را تصمیم‌گیری کند</a:t>
            </a:r>
            <a:endParaRPr lang="fa-IR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نکته‌هایی که زیاد پرسیده می‌شود</a:t>
            </a:r>
            <a:endParaRPr lang="fa-IR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روز گذشته را نمی‌توانم تغییر بدهم</a:t>
            </a:r>
            <a:endParaRPr lang="fa-IR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عضو عادی فقط امروز و آینده را ویرایش می‌کند. از ادمین بخواهید اصلاحش کند.</a:t>
            </a:r>
            <a:endParaRPr lang="fa-IR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03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چه کسی برنامه‌ی من را می‌بیند؟</a:t>
            </a:r>
            <a:endParaRPr lang="fa-IR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2316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ادمین، سرپرست تیم شما و، اگر ادمین باز کرده باشد، همه‌ی اعضا. افراد بیرون از این ورک‌اسپیس هیچ‌وقت نمی‌بینند.</a:t>
            </a:r>
            <a:endParaRPr lang="fa-IR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63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تفاوت برنامه و زمان ثبت‌شده؟</a:t>
            </a:r>
            <a:endParaRPr lang="fa-IR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8328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برنامه چیزی است که شما نوشته‌اید؛ زمان ثبت‌شده از تایمر می‌آید. کنار هم نشان داده می‌شوند و هیچ‌کدام اثبات حضور نیست.</a:t>
            </a:r>
            <a:endParaRPr lang="fa-IR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تعطیلی رسمی را کجا می‌بینم؟</a:t>
            </a:r>
            <a:endParaRPr lang="fa-I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34340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 تقویم با نام تعطیلی. اگر آن روز کار می‌کنید، خودتان همان روز را برنامه‌ریزی کنید.</a:t>
            </a:r>
            <a:endParaRPr lang="fa-IR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چک‌لیست شما</a:t>
            </a:r>
            <a:endParaRPr lang="fa-IR" sz="2800" dirty="0"/>
          </a:p>
        </p:txBody>
      </p:sp>
      <p:sp>
        <p:nvSpPr>
          <p:cNvPr id="3" name="Shape 1"/>
          <p:cNvSpPr/>
          <p:nvPr/>
        </p:nvSpPr>
        <p:spPr>
          <a:xfrm>
            <a:off x="6309360" y="11887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1F3057"/>
          </a:solidFill>
          <a:ln w="12700">
            <a:solidFill>
              <a:srgbClr val="2D437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9224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0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هر روز</a:t>
            </a:r>
            <a:endParaRPr lang="fa-IR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9224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تایمر را برای کار فعلی روشن کنید</a:t>
            </a:r>
            <a:endParaRPr lang="fa-IR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پایان کار: گزارش روز را Submit کنید</a:t>
            </a:r>
            <a:endParaRPr lang="fa-IR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1F3057"/>
          </a:solidFill>
          <a:ln w="12700">
            <a:solidFill>
              <a:srgbClr val="2D43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0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هر هفته</a:t>
            </a:r>
            <a:endParaRPr lang="fa-IR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برنامه‌ی هفته‌ی بعد را در تقویم ببینید</a:t>
            </a:r>
            <a:endParaRPr lang="fa-IR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گزارش هفتگی را Submit کنید</a:t>
            </a:r>
            <a:endParaRPr lang="fa-IR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1887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1F3057"/>
          </a:solidFill>
          <a:ln w="12700">
            <a:solidFill>
              <a:srgbClr val="2D43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0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وقتی لازم شد</a:t>
            </a:r>
            <a:endParaRPr lang="fa-IR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مرخصی را از صفحه‌ی Leave درخواست کنید</a:t>
            </a:r>
            <a:endParaRPr lang="fa-I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برنامه‌ی هفتگی را عوض کنید</a:t>
            </a:r>
            <a:endParaRPr lang="fa-IR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یا مشکل؟ به ادمین پلین شرکت خبر بدهید.</a:t>
            </a:r>
            <a:endParaRPr lang="fa-IR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Ops onboarding</dc:title>
  <dc:subject>PptxGenJS Presentation</dc:subject>
  <dc:creator>PptxGenJS</dc:creator>
  <cp:lastModifiedBy>PptxGenJS</cp:lastModifiedBy>
  <cp:revision>1</cp:revision>
  <dcterms:created xsi:type="dcterms:W3CDTF">2026-10-31T12:10:32Z</dcterms:created>
  <dcterms:modified xsi:type="dcterms:W3CDTF">2026-10-31T12:10:32Z</dcterms:modified>
</cp:coreProperties>
</file>